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SOFTWARE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FMCG-FEFO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Shelf-life FMCG Supply Chain Management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FEFO Optimization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Batch/Lot-level inventory control with First-Expired-First-Out allocation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99669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30175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63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Thi Quynh Chi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4132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5715000"/>
            <a:ext cx="1998878" cy="502920"/>
          </a:xfrm>
          <a:prstGeom prst="roundRect">
            <a:avLst>
              <a:gd name="adj" fmla="val 50909"/>
            </a:avLst>
          </a:prstGeom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571500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Thien Nhan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58998" y="5715000"/>
            <a:ext cx="1998878" cy="502920"/>
          </a:xfrm>
          <a:prstGeom prst="roundRect">
            <a:avLst>
              <a:gd name="adj" fmla="val 50909"/>
            </a:avLst>
          </a:prstGeom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2150" y="571500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Ngoc Khiet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95037" y="5715000"/>
            <a:ext cx="1998878" cy="502920"/>
          </a:xfrm>
          <a:prstGeom prst="roundRect">
            <a:avLst>
              <a:gd name="adj" fmla="val 50909"/>
            </a:avLst>
          </a:prstGeom>
          <a:ln w="1587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8189" y="571500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Duc Hai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31075" y="5715000"/>
            <a:ext cx="1998878" cy="502920"/>
          </a:xfrm>
          <a:prstGeom prst="roundRect">
            <a:avLst>
              <a:gd name="adj" fmla="val 50909"/>
            </a:avLst>
          </a:prstGeom>
          <a:ln w="15875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4227" y="571500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 Minh 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67114" y="5715000"/>
            <a:ext cx="1998878" cy="502920"/>
          </a:xfrm>
          <a:prstGeom prst="roundRect">
            <a:avLst>
              <a:gd name="adj" fmla="val 50909"/>
            </a:avLst>
          </a:prstGeom>
          <a:ln w="15875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0266" y="5715000"/>
            <a:ext cx="1852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Truong Le Huy Hoang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" y="1481328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" y="1481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760220"/>
            <a:ext cx="219456" cy="219456"/>
          </a:xfrm>
          <a:prstGeom prst="chevron">
            <a:avLst/>
          </a:prstGeom>
          <a:solidFill>
            <a:srgbClr val="4C6764"/>
          </a:solidFill>
          <a:ln/>
        </p:spPr>
      </p:sp>
      <p:sp>
        <p:nvSpPr>
          <p:cNvPr id="7" name="Shape 5"/>
          <p:cNvSpPr/>
          <p:nvPr/>
        </p:nvSpPr>
        <p:spPr>
          <a:xfrm>
            <a:off x="3163824" y="1481328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163824" y="1481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/ DC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65192" y="1760220"/>
            <a:ext cx="219456" cy="219456"/>
          </a:xfrm>
          <a:prstGeom prst="chevron">
            <a:avLst/>
          </a:prstGeom>
          <a:solidFill>
            <a:srgbClr val="4C6764"/>
          </a:solidFill>
          <a:ln/>
        </p:spPr>
      </p:sp>
      <p:sp>
        <p:nvSpPr>
          <p:cNvPr id="10" name="Shape 8"/>
          <p:cNvSpPr/>
          <p:nvPr/>
        </p:nvSpPr>
        <p:spPr>
          <a:xfrm>
            <a:off x="5202936" y="1481328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202936" y="1481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04304" y="1760220"/>
            <a:ext cx="219456" cy="219456"/>
          </a:xfrm>
          <a:prstGeom prst="chevron">
            <a:avLst/>
          </a:prstGeom>
          <a:solidFill>
            <a:srgbClr val="4C6764"/>
          </a:solidFill>
          <a:ln/>
        </p:spPr>
      </p:sp>
      <p:sp>
        <p:nvSpPr>
          <p:cNvPr id="13" name="Shape 11"/>
          <p:cNvSpPr/>
          <p:nvPr/>
        </p:nvSpPr>
        <p:spPr>
          <a:xfrm>
            <a:off x="7242048" y="1481328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242048" y="1481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43416" y="1760220"/>
            <a:ext cx="219456" cy="219456"/>
          </a:xfrm>
          <a:prstGeom prst="chevron">
            <a:avLst/>
          </a:prstGeom>
          <a:solidFill>
            <a:srgbClr val="4C6764"/>
          </a:solidFill>
          <a:ln/>
        </p:spPr>
      </p:sp>
      <p:sp>
        <p:nvSpPr>
          <p:cNvPr id="16" name="Shape 14"/>
          <p:cNvSpPr/>
          <p:nvPr/>
        </p:nvSpPr>
        <p:spPr>
          <a:xfrm>
            <a:off x="9281160" y="1481328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1481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Short Shelf-life FMCG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6126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shelf-life FMCG products (fresh bakery, dairy, chilled goods) lose value quickly as they approach expiration.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 distributors currently manage inventory mainly by SKU and FIFO (First In, First Out).</a:t>
            </a:r>
            <a:endParaRPr lang="en-US" sz="1350" dirty="0"/>
          </a:p>
          <a:p>
            <a:pPr algn="l" marL="228600" indent="-2286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doesn't guarantee the earliest-received batch expires first — without Batch/Lot-level control, companies face near-expired stock, expired goods, and shrinkage.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0" y="2697480"/>
            <a:ext cx="4892040" cy="3429000"/>
          </a:xfrm>
          <a:prstGeom prst="roundRect">
            <a:avLst>
              <a:gd name="adj" fmla="val 2667"/>
            </a:avLst>
          </a:prstGeom>
          <a:solidFill>
            <a:srgbClr val="0B2E33"/>
          </a:solidFill>
          <a:ln/>
          <a:effectLst>
            <a:outerShdw sx="100000" sy="100000" kx="0" ky="0" algn="bl" rotWithShape="0" blurRad="101600" dist="38100" dir="5400000">
              <a:srgbClr val="0B2E33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29900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335584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from SKU-level inventory control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Batch/Lot-level control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23760" y="4343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apply the FEFO (First Expired, First Out) principle to optimize stock rotation and minimize expired goods.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5303520"/>
            <a:ext cx="41605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54223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+ FIFO   →   Batch/Lot + FEFO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FMCG-FEFO — Capstone Project Overview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KEY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to Solve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824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No Longer Fits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04825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SKU/FIFO inventory systems don't ensure near-expiry batches are sold first.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148132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8524" y="168249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78524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00316" y="162763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Costs Too High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69964" y="204825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need a practical, affordable solution compared to large-scale ERP systems.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3741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31927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Batch/Lot Tracking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373989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date, expiration date, and warehouse location must be tracked per batch, not just per SKU.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7356" y="317296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8524" y="337413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78524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00316" y="331927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Not Linked to FEFO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69964" y="373989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 must automatically select the batch with the nearest expiration date on outbound.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506577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501091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Risk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543153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simultaneous orders can cause negative stock or incorrect batch allocation.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486460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8524" y="506577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78524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00316" y="501091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Connectivity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69964" y="543153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sales staff need to place orders offline and sync once connectivity is restored.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FMCG-FEFO — Capstone Project Overview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Must-have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8249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04825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inbound goods from suppliers: actual quantity received, expiration date, and initialize inventory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148132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8524" y="16824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78524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00316" y="162763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Batch/Lot &amp; Date-tracker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69964" y="204825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 by batch: SKU, quantity, expiration date; auto-updates status to Normal/Near-expired/Expired/Locked.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3741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31927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373989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flow: Pending Approval → Confirmed → Exported → Delivered/Completed, with actor &amp; timestamp logging.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7356" y="317296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8524" y="33741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78524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00316" y="331927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&amp; Concurrency Handling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69964" y="373989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allocates stock from the batch with the earliest expiration date; uses Optimistic Locking to prevent negative inventory.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506577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501091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Offline-to-Online Ordering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543153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staff can create orders while offline (SQLite); orders auto-sync once connectivity is restored.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4864608"/>
            <a:ext cx="5454396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8524" y="506577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478524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00316" y="5010912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Batch/Lot Inventory Dashboard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69964" y="5431536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inventory by SKU, batch, warehouse, and expiration date; filters by near-expiry alerts &amp; high-risk stock.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FMCG-FEFO — Capstone Project Overview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Nice-to-have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implemented after Must-have features are complete and stable.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543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29384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350008"/>
            <a:ext cx="490575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staff upload proof-of-delivery photos and confirm completed deliveries.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7356" y="1783080"/>
            <a:ext cx="54543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8524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7852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00316" y="1929384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Engine (Redis)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69964" y="2350008"/>
            <a:ext cx="490575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promotion rules in Redis for fast discount calculation on near-expiry goods.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4543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44074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352544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Translation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4773168"/>
            <a:ext cx="490575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OCR + LLM to extract and translate product label information into Vietnamese.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7356" y="4206240"/>
            <a:ext cx="54543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sx="100000" sy="100000" kx="0" ky="0" algn="bl" rotWithShape="0" blurRad="76200" dist="25400" dir="5400000">
              <a:srgbClr val="1B3B3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8524" y="44074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478524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00316" y="4352544"/>
            <a:ext cx="4448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Display Scoring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69964" y="4773168"/>
            <a:ext cx="490575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Computer Vision to score shelf visibility / share-of-shelf from display photos.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FMCG-FEFO — Capstone Project Overview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12898" cy="2240280"/>
          </a:xfrm>
          <a:prstGeom prst="roundRect">
            <a:avLst>
              <a:gd name="adj" fmla="val 3265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221992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679192"/>
            <a:ext cx="22105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module boundaries ensuring strong data consistency.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4418" y="1600200"/>
            <a:ext cx="2612898" cy="2240280"/>
          </a:xfrm>
          <a:prstGeom prst="roundRect">
            <a:avLst>
              <a:gd name="adj" fmla="val 3265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7298" y="17830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52729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5586" y="2221992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JWT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5586" y="2679192"/>
            <a:ext cx="22105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 secure authentication across the system.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600200"/>
            <a:ext cx="2612898" cy="2240280"/>
          </a:xfrm>
          <a:prstGeom prst="roundRect">
            <a:avLst>
              <a:gd name="adj" fmla="val 3265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4516" y="1783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14516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32804" y="2221992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32804" y="2679192"/>
            <a:ext cx="22105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concurrent inventory updates to prevent negative stock.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18854" y="1600200"/>
            <a:ext cx="2612898" cy="2240280"/>
          </a:xfrm>
          <a:prstGeom prst="roundRect">
            <a:avLst>
              <a:gd name="adj" fmla="val 3265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1734" y="17830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9301734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0022" y="2221992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Local Storage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0022" y="2679192"/>
            <a:ext cx="22105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queued orders locally on mobile devices when offline.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2612898" cy="2240280"/>
          </a:xfrm>
          <a:prstGeom prst="roundRect">
            <a:avLst>
              <a:gd name="adj" fmla="val 3265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4736592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Handling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" y="5193792"/>
            <a:ext cx="22105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handles uploaded delivery-proof images and attachments.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44418" y="4114800"/>
            <a:ext cx="2612898" cy="2240280"/>
          </a:xfrm>
          <a:prstGeom prst="roundRect">
            <a:avLst>
              <a:gd name="adj" fmla="val 3265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7298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3527298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45586" y="4736592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Performance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45586" y="5193792"/>
            <a:ext cx="22105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performance needs for demo and load testing (JMeter/K6).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31636" y="4114800"/>
            <a:ext cx="2612898" cy="2240280"/>
          </a:xfrm>
          <a:prstGeom prst="roundRect">
            <a:avLst>
              <a:gd name="adj" fmla="val 3265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4516" y="42976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414516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32804" y="4736592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32804" y="5193792"/>
            <a:ext cx="22105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key actions: receipt/outbound approvals, inventory updates.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18854" y="4114800"/>
            <a:ext cx="2612898" cy="2240280"/>
          </a:xfrm>
          <a:prstGeom prst="roundRect">
            <a:avLst>
              <a:gd name="adj" fmla="val 3265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01734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9301734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320022" y="4736592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320022" y="5193792"/>
            <a:ext cx="22105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codebase with complete docs: SRS, UML, API, test cases.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FMCG-FEFO — Capstone Project Overview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2026-09-22T10:15:41Z</dcterms:created>
  <dcterms:modified xsi:type="dcterms:W3CDTF">2026-09-22T10:15:41Z</dcterms:modified>
</cp:coreProperties>
</file>